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74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OpenClaw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28600" y="1051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AI PENGAWASAN DAPUR MBG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1664208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· Anti-Korupsi · Efisiensi Real-Time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AI Pertama untuk Kepatuhan Program Makan Bergizi Gratis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Dapur Percontohan · Uji Coba Gratis 1 Bulan · Siap Nasional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&amp; TERPERCAYA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YANG SEDANG TERJADI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Korupsi Sistemik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dari 102 yayasan SPPG terafiliasi parpol atau kerabat pejabat (ICW, Nov 2025)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Mark-up Harga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Penggelembungan harga bahan pangan dan pengadaan barang terbukti terjadi di BGN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Keracunan Massal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siswa keracunan akibat lemahnya pengawasan standar higiene dapur SPPG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28346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Audit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4632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sistem pemantauan real-time. Laporan manual mudah dimanipulasi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ICW · Transparency International · Kejaksaan Agung · The Diplomat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SOLUSI: OpenClaw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pengawasan berbasis AI yang berjalan lokal — data tidak pernah meninggalkan dapur Anda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 Harga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108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nota/faktur via AI Vision. Bandingkan otomatis dengan harga pasar. Tandai mark-up secara real-time.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3716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0876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Pemantauan Dapur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3108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AI periksa higiene &amp; SOP. Alert langsung jika ada pelanggaran. Log otomatis setiap sesi masak.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179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Pemerintah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108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harian otomatis. Ekspor PDF resmi. Akses read-only aman untuk pejabat terkait.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TEKNOLOGI YANG DIGUNAKAN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943600" y="1005840"/>
            <a:ext cx="274320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Vision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2296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gambar &amp; dokumen secara cerdas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9928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lokal, cepat, dan aman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68296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322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2960" y="2624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tersimpan lokal, tidak dikirim ke cloud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026664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Camera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22960" y="3282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dapur real-time via kamera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85032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822960" y="3941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laporan via browser, bisa dibagikan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34340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296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PDF Resmi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82296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siap cetak untuk pemerintah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274320" y="4617720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24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Sistem berjalan 100% lokal di laptop — tidak ada data yang keluar dari dapur Anda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DAPUR PERCONTOHAN AI PERTAMA DI INDONESIA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Uji Coba 1 Bulan — Gratis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Sistem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78892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dipasang di dapur SPPG percontohan. Setup dalam 1 hari kerja.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50876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42032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Real-Time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78892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mulai memantau harga, higiene, dan porsi secara otomatis setiap hari.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50876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18304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Mingguan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36592" y="278892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dan PDF dikirim ke pejabat terkait setiap Jumat.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50876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94576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&amp; Skalabilitas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12864" y="278892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1 bulan: presentasi hasil nyata. Model siap direplikasi nasional.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tidak mengeluarkan biaya apapun selama masa uji coba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YANG DIHARAPKAN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Pengadaan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pembelian tercatat &amp; diverifikasi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 Mark-up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flagging otomatis anomali harga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Aktif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AI pantau dapur sepanjang waktu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82696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7240" y="3246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nyata kepatuhan SPPG untuk publik dan DPR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6674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" y="3630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digital yang tidak bisa dimanipulasi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5079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4014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Reputasi pemerintah terlindungi pasca skandal BGN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348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3982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skalabel: 1 dapur → seluruh Indonesia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37160"/>
            <a:ext cx="164592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WUJUDKAN MBG YANG BERSIH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OpenClaw — AI untuk Indonesia yang lebih transparan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28800" y="370332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Pertemuan singkat 30 menit untuk demo sistem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Tentukan dapur SPPG percontohan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Instalasi &amp; mulai uji coba gratis 1 bulan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Yogyakarta, Indonesia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MBG AI Compliance System</dc:title>
  <dc:subject>PptxGenJS Presentation</dc:subject>
  <dc:creator>PptxGenJS</dc:creator>
  <cp:lastModifiedBy>PptxGenJS</cp:lastModifiedBy>
  <cp:revision>1</cp:revision>
  <dcterms:created xsi:type="dcterms:W3CDTF">2026-06-12T07:00:15Z</dcterms:created>
  <dcterms:modified xsi:type="dcterms:W3CDTF">2026-06-12T07:00:15Z</dcterms:modified>
</cp:coreProperties>
</file>